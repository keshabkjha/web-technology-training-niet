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2A1E9-A6C4-4769-96A7-14EAFA25D676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E8B2CB-0528-41F1-80AB-8E44DB20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303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E8B2CB-0528-41F1-80AB-8E44DB20EEF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16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4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878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12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357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20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54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6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0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5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7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82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7F0EDF-AF5F-4B25-8916-A7F6523822F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236042-639F-45CA-838A-EBDB9B5A4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333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automob.co.in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947268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err="1" smtClean="0"/>
              <a:t>AutoMob</a:t>
            </a:r>
            <a:r>
              <a:rPr lang="en-US" sz="3200" b="1" dirty="0" smtClean="0"/>
              <a:t>-Mechanic Project-1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947268"/>
            <a:ext cx="12192000" cy="1287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0" dirty="0" err="1" smtClean="0">
                <a:solidFill>
                  <a:srgbClr val="01014A"/>
                </a:solidFill>
                <a:effectLst/>
                <a:latin typeface="Roboto"/>
              </a:rPr>
              <a:t>AutoMob</a:t>
            </a: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-Mechanic is a web application for an Automobile service/repair company. The application provides different services to get the car repaired or serviced. The user can book a service on their convenient date and then the company representatives will take care of attending to the service request.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2046" y="2402122"/>
            <a:ext cx="11687907" cy="3780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Create the below-mentioned HTML pages with listed features: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home.html: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For displaying information about the company.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services.html: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For displaying services provided by the company.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preventive-maintenance-service.html: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For displaying about the preventive maintenance services.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body-repair-service.html: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For the displaying about the body repair services.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car-care-service.html: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For displaying car care services.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booking.html: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For displaying the form to book a particular service.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appointment.html: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For displaying the form to schedule an appointment.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booking-success.html: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For displaying the confirmation message on booking.</a:t>
            </a: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74239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947268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err="1" smtClean="0"/>
              <a:t>AutoMob</a:t>
            </a:r>
            <a:r>
              <a:rPr lang="en-US" sz="3200" b="1" dirty="0" smtClean="0"/>
              <a:t>-Mechanic Project</a:t>
            </a:r>
            <a:endParaRPr lang="en-US" sz="3200" b="1" dirty="0"/>
          </a:p>
        </p:txBody>
      </p:sp>
      <p:sp>
        <p:nvSpPr>
          <p:cNvPr id="6" name="Rectangle 5"/>
          <p:cNvSpPr/>
          <p:nvPr/>
        </p:nvSpPr>
        <p:spPr>
          <a:xfrm>
            <a:off x="0" y="1066800"/>
            <a:ext cx="91440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Details of the web page(s):</a:t>
            </a:r>
          </a:p>
          <a:p>
            <a:pPr algn="just">
              <a:lnSpc>
                <a:spcPct val="150000"/>
              </a:lnSpc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Every page should have a title displayed on the browser tab. Each page has a navigation bar and footer which are separated by a horizontal line. The navigation bar includes below hyperlinks: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0" i="0" dirty="0" err="1" smtClean="0">
                <a:solidFill>
                  <a:srgbClr val="01014A"/>
                </a:solidFill>
                <a:effectLst/>
                <a:latin typeface="Roboto"/>
              </a:rPr>
              <a:t>AutoMob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-Mechanic - Navigates to home.html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Home - Navigates to home.html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Services - Navigates to services.html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Booking - Navigates to booking.html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  <a:hlinkClick r:id="rId3"/>
              </a:rPr>
              <a:t>contact@automob.co.in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Creates a link that opens in the user's email application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sp>
        <p:nvSpPr>
          <p:cNvPr id="7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508919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Home.html</a:t>
            </a:r>
            <a:endParaRPr lang="en-US" sz="32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24" y="2007173"/>
            <a:ext cx="8297008" cy="485082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718" y="2620106"/>
            <a:ext cx="15183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37290"/>
            <a:ext cx="1079695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1. home.html</a:t>
            </a:r>
          </a:p>
          <a:p>
            <a:r>
              <a:rPr lang="en-US" dirty="0" smtClean="0"/>
              <a:t>This page renders information about the company. </a:t>
            </a:r>
          </a:p>
          <a:p>
            <a:r>
              <a:rPr lang="en-US" b="1" dirty="0" smtClean="0"/>
              <a:t>Feature(s) to be implemented:</a:t>
            </a:r>
          </a:p>
          <a:p>
            <a:r>
              <a:rPr lang="en-US" dirty="0" smtClean="0"/>
              <a:t>Use appropriate sectioning element(s) to give meaning to the content</a:t>
            </a:r>
          </a:p>
          <a:p>
            <a:r>
              <a:rPr lang="en-US" dirty="0" smtClean="0"/>
              <a:t>The 'Explore More' button should take the user to services.html.</a:t>
            </a:r>
            <a:endParaRPr lang="en-US" dirty="0"/>
          </a:p>
        </p:txBody>
      </p:sp>
      <p:sp>
        <p:nvSpPr>
          <p:cNvPr id="9" name="Title 1"/>
          <p:cNvSpPr txBox="1"/>
          <p:nvPr/>
        </p:nvSpPr>
        <p:spPr>
          <a:xfrm>
            <a:off x="11301046" y="-1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541062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Service.html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11430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2. services.html: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displays the list of services provided by the company</a:t>
            </a: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. 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appropriate element(s) to display a table containing details of the services offered.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'More Details' button should take the user to the appropriate service page.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181" y="2440124"/>
            <a:ext cx="9030960" cy="4123323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81919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preventive-maintenance-service.html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-1" y="685799"/>
            <a:ext cx="1098452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3. preventive-maintenance-service.html: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renders the details about preventive maintenance services. 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the appropriate element(s) to display the service aims.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'Book Service' button should take the user to the booking.html.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9603" y="2051539"/>
            <a:ext cx="8945223" cy="4681904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788298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Body-repair-service.html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9144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4. body-repair-service.html: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renders the details about body repair services. 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the appropriate element(s) to display the service aims.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'Book Service' button should take the user to the booking.html.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21" y="2135325"/>
            <a:ext cx="9021434" cy="4518252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53800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4394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car-care-service.html</a:t>
            </a:r>
            <a:endParaRPr lang="en-US" sz="3200" dirty="0">
              <a:solidFill>
                <a:srgbClr val="01014A"/>
              </a:solidFill>
              <a:latin typeface="Roboto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3785" y="685799"/>
            <a:ext cx="905021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5. car-care-service.html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renders the details about car care services. 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the appropriate element(s) to display the service aims.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'Book Service' button should take the user to the booking.html.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182" y="2168769"/>
            <a:ext cx="8888065" cy="4597276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53800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451473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>
                <a:solidFill>
                  <a:srgbClr val="01014A"/>
                </a:solidFill>
                <a:latin typeface="Roboto"/>
              </a:rPr>
              <a:t>booking.html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82062" y="685800"/>
            <a:ext cx="9061938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6. booking.html: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displays a booking form that takes various inputs from the user.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the appropriate element(s) to create a form.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Implement the validations for the form fields.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'Schedule an Appointment' button should submit the form to appointment.html using the HTTP method POST.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form doesn't have an autocomplete feature enabled.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663" y="2954215"/>
            <a:ext cx="6260188" cy="3678112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271738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830390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appointment.html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7. appointment.html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displays an appointment form that takes various inputs from the user. 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the appropriate element(s) to create a form.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Implement the validations for the form fields.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'Book' button should submit the form to booking-success.html using the HTTP method POST.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The form doesn't have an autocomplete feature enabled.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Verdana, Geneva, sans-serif"/>
              </a:rPr>
              <a:t>Screenshot:</a:t>
            </a:r>
            <a:endParaRPr lang="en-US" b="1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206" y="2989385"/>
            <a:ext cx="6384940" cy="36872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244" y="3654525"/>
            <a:ext cx="3210373" cy="2057687"/>
          </a:xfrm>
          <a:prstGeom prst="rect">
            <a:avLst/>
          </a:prstGeom>
        </p:spPr>
      </p:pic>
      <p:sp>
        <p:nvSpPr>
          <p:cNvPr id="7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623019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>
                <a:solidFill>
                  <a:srgbClr val="01014A"/>
                </a:solidFill>
                <a:latin typeface="Roboto"/>
              </a:rPr>
              <a:t>booking-success.html</a:t>
            </a:r>
            <a:endParaRPr lang="en-US" sz="3200" b="1" dirty="0">
              <a:solidFill>
                <a:srgbClr val="01014A"/>
              </a:solidFill>
              <a:latin typeface="Roboto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3785" y="685799"/>
            <a:ext cx="905021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8. booking-success.html</a:t>
            </a:r>
          </a:p>
          <a:p>
            <a:pPr algn="just"/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This page will display a confirmation message once the booking is done.</a:t>
            </a:r>
          </a:p>
          <a:p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</a:p>
          <a:p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/>
            </a:r>
            <a:b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</a:b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601" y="1564669"/>
            <a:ext cx="8916644" cy="5182323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53800" y="-1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P1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95107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Friendship Zone</a:t>
            </a:r>
            <a:r>
              <a:rPr lang="en-US" sz="3200" b="1" dirty="0" smtClean="0"/>
              <a:t> Project-2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785446"/>
            <a:ext cx="121920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Friendship Zone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is a web application, where an individual can connect with his/her friends. Refer to the below-listed details for creating a Friendship Zone application.</a:t>
            </a:r>
          </a:p>
          <a:p>
            <a:pPr algn="just">
              <a:lnSpc>
                <a:spcPct val="150000"/>
              </a:lnSpc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Create below mentioned HTML page(s) with listed features: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Homepage.html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For displaying Friendship Zone Home page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FriendList.html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For displaying details of people already available at Friendship Zone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RegistrationForm.html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For displaying the form to enroll yourself at Friendship Zone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RegistrationConfirmation.html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For successful registration of the user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RegistrationConfirmationforAdmin.html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- For successful registration of admin</a:t>
            </a:r>
          </a:p>
          <a:p>
            <a:pPr algn="just">
              <a:lnSpc>
                <a:spcPct val="150000"/>
              </a:lnSpc>
            </a:pP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Supplied files:</a:t>
            </a: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sp>
        <p:nvSpPr>
          <p:cNvPr id="5" name="Title 1"/>
          <p:cNvSpPr txBox="1"/>
          <p:nvPr/>
        </p:nvSpPr>
        <p:spPr>
          <a:xfrm>
            <a:off x="11301046" y="-1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544467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Homepage.html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9144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1.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</a:t>
            </a: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Homepage.html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is for displaying Friendship Zone Home.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Features 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appropriate sectioning element(s) to give meaning to the content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"Click to Search Friends" should take the user to friend-list.html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appropriate element(s) to display Facebook and Twitter links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</a:t>
            </a: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4" y="2440125"/>
            <a:ext cx="7648778" cy="4312367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38345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FriendiList.html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9144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2. FriendiList.html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is for displaying details of people already available at Friendship Zone.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appropriate element(s) to display a table containing details of people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"Register to get added to the list" should take the user to registration.html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Other links and buttons as mentioned in the screenshot are for display purpose only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254" y="2549513"/>
            <a:ext cx="7311700" cy="4165717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807107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RegistrationForm.html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121920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3. RegistrationForm.html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is for displaying the form to enroll yourself at Friendship Zone.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Use appropriate element(s) to create a form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Implement validations for each form field as mentioned below:</a:t>
            </a:r>
          </a:p>
          <a:p>
            <a:r>
              <a:rPr lang="en-US" dirty="0"/>
              <a:t>For all other form fields, maintain the look and feel of the application as per the above-given screenshot.</a:t>
            </a:r>
          </a:p>
          <a:p>
            <a:r>
              <a:rPr lang="en-US" dirty="0"/>
              <a:t>The "Register" button should take the user to RegistrationConfirmation.html, ensuring successful validations for all form fields.</a:t>
            </a:r>
          </a:p>
          <a:p>
            <a:r>
              <a:rPr lang="en-US" dirty="0"/>
              <a:t>The "Register as Admin" button should take the user to the RegistrationConfirmationforAdmin.html page, irrespective of successful validations.</a:t>
            </a:r>
          </a:p>
          <a:p>
            <a:r>
              <a:rPr lang="en-US" dirty="0"/>
              <a:t>Registration Confirmation pages for both admin and user should have a link to go back to the Homepage.html page</a:t>
            </a:r>
          </a:p>
          <a:p>
            <a:r>
              <a:rPr lang="en-US" b="1" dirty="0"/>
              <a:t> Screenshot:</a:t>
            </a:r>
            <a:endParaRPr lang="en-US" dirty="0"/>
          </a:p>
          <a:p>
            <a:pPr algn="just">
              <a:buFont typeface="+mj-lt"/>
              <a:buAutoNum type="arabicPeriod"/>
            </a:pP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153" y="3190363"/>
            <a:ext cx="6401693" cy="3667637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14293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dirty="0">
                <a:solidFill>
                  <a:srgbClr val="01014A"/>
                </a:solidFill>
                <a:latin typeface="Roboto"/>
              </a:rPr>
              <a:t> </a:t>
            </a:r>
            <a:r>
              <a:rPr lang="en-US" sz="3200" b="1" dirty="0">
                <a:solidFill>
                  <a:srgbClr val="01014A"/>
                </a:solidFill>
                <a:latin typeface="Roboto"/>
              </a:rPr>
              <a:t>RegistrationConfirmation.html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164123" y="685799"/>
            <a:ext cx="897987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4.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</a:t>
            </a:r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RegistrationConfirmation.html 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is for the successful registration of a user.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Display successful registration message to a user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Provide the link to home.html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Screenshot:</a:t>
            </a:r>
            <a:endParaRPr lang="en-US" b="0" i="0" dirty="0">
              <a:solidFill>
                <a:srgbClr val="01014A"/>
              </a:solidFill>
              <a:effectLst/>
              <a:latin typeface="Roboto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798" y="1787883"/>
            <a:ext cx="8805358" cy="4929440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53800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14229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logo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09800" cy="685799"/>
          </a:xfrm>
          <a:prstGeom prst="rect">
            <a:avLst/>
          </a:prstGeom>
        </p:spPr>
      </p:pic>
      <p:sp>
        <p:nvSpPr>
          <p:cNvPr id="3" name="Title 1"/>
          <p:cNvSpPr txBox="1"/>
          <p:nvPr/>
        </p:nvSpPr>
        <p:spPr>
          <a:xfrm>
            <a:off x="2209800" y="0"/>
            <a:ext cx="9982200" cy="685799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0" scaled="1"/>
            <a:tileRect/>
          </a:gra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>
                <a:solidFill>
                  <a:srgbClr val="01014A"/>
                </a:solidFill>
                <a:latin typeface="Roboto"/>
              </a:rPr>
              <a:t>RegistrationConfirmationforAdmin.html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0" y="685799"/>
            <a:ext cx="9144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 5. RegistrationConfirmationforAdmin.html</a:t>
            </a: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 is for successful registration of admin.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Feature(s) to be implemented: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It should display a successful registration message to the admin</a:t>
            </a:r>
          </a:p>
          <a:p>
            <a:pPr algn="just">
              <a:buFont typeface="+mj-lt"/>
              <a:buAutoNum type="arabicPeriod"/>
            </a:pPr>
            <a:r>
              <a:rPr lang="en-US" b="0" i="0" dirty="0" smtClean="0">
                <a:solidFill>
                  <a:srgbClr val="01014A"/>
                </a:solidFill>
                <a:effectLst/>
                <a:latin typeface="Roboto"/>
              </a:rPr>
              <a:t>Provide a link to home.html</a:t>
            </a:r>
          </a:p>
          <a:p>
            <a:pPr algn="just"/>
            <a:r>
              <a:rPr lang="en-US" b="1" i="0" dirty="0" smtClean="0">
                <a:solidFill>
                  <a:srgbClr val="01014A"/>
                </a:solidFill>
                <a:effectLst/>
                <a:latin typeface="Roboto"/>
              </a:rPr>
              <a:t>Screenshot:</a:t>
            </a:r>
            <a:endParaRPr lang="en-US" b="0" i="0" dirty="0" smtClean="0">
              <a:solidFill>
                <a:srgbClr val="01014A"/>
              </a:solidFill>
              <a:effectLst/>
              <a:latin typeface="Roboto"/>
            </a:endParaRPr>
          </a:p>
          <a:p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094" y="2038830"/>
            <a:ext cx="7951260" cy="4452706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11301046" y="0"/>
            <a:ext cx="890954" cy="685799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b="1" dirty="0" smtClean="0"/>
              <a:t>P2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36414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252</Words>
  <Application>Microsoft Office PowerPoint</Application>
  <PresentationFormat>Widescreen</PresentationFormat>
  <Paragraphs>141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Roboto</vt:lpstr>
      <vt:lpstr>Verdana, Geneva, 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5</cp:revision>
  <dcterms:created xsi:type="dcterms:W3CDTF">2024-08-09T10:52:37Z</dcterms:created>
  <dcterms:modified xsi:type="dcterms:W3CDTF">2024-08-09T11:24:35Z</dcterms:modified>
</cp:coreProperties>
</file>